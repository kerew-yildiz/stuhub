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Slayt Bir: Giris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Ilk slaydin govde metni burada.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Slayt Iki: Gelisim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Ikinci slaydin govde metni, bilissel gelisim.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Slayt Uc: Sonuc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Ucuncu slaydin govde metni ve ozet.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